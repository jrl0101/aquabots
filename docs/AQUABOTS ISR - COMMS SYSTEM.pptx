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CF1"/>
    <a:srgbClr val="0097A7"/>
    <a:srgbClr val="B0BEC5"/>
    <a:srgbClr val="1E3355"/>
    <a:srgbClr val="2E4A72"/>
    <a:srgbClr val="1B2A4A"/>
    <a:srgbClr val="CC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67338-33B4-48D5-AEB7-A392D8561C77}" v="44" dt="2026-02-22T03:05:52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9307" autoAdjust="0"/>
  </p:normalViewPr>
  <p:slideViewPr>
    <p:cSldViewPr snapToGrid="0" snapToObjects="1">
      <p:cViewPr varScale="1">
        <p:scale>
          <a:sx n="116" d="100"/>
          <a:sy n="116" d="100"/>
        </p:scale>
        <p:origin x="1099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pez Reyes, John - (jrlopez)" userId="de86be7c-0fb8-4ed9-8474-4d8bccb4e079" providerId="ADAL" clId="{CA470DEA-3822-4068-9A3C-90B675DC4F3E}"/>
    <pc:docChg chg="undo redo custSel addSld delSld modSld sldOrd">
      <pc:chgData name="Lopez Reyes, John - (jrlopez)" userId="de86be7c-0fb8-4ed9-8474-4d8bccb4e079" providerId="ADAL" clId="{CA470DEA-3822-4068-9A3C-90B675DC4F3E}" dt="2026-02-22T03:06:45.935" v="357" actId="20577"/>
      <pc:docMkLst>
        <pc:docMk/>
      </pc:docMkLst>
      <pc:sldChg chg="del">
        <pc:chgData name="Lopez Reyes, John - (jrlopez)" userId="de86be7c-0fb8-4ed9-8474-4d8bccb4e079" providerId="ADAL" clId="{CA470DEA-3822-4068-9A3C-90B675DC4F3E}" dt="2026-02-21T06:12:56.055" v="100" actId="47"/>
        <pc:sldMkLst>
          <pc:docMk/>
          <pc:sldMk cId="0" sldId="256"/>
        </pc:sldMkLst>
      </pc:sldChg>
      <pc:sldChg chg="modSp mod setBg">
        <pc:chgData name="Lopez Reyes, John - (jrlopez)" userId="de86be7c-0fb8-4ed9-8474-4d8bccb4e079" providerId="ADAL" clId="{CA470DEA-3822-4068-9A3C-90B675DC4F3E}" dt="2026-02-22T03:06:41.427" v="355" actId="207"/>
        <pc:sldMkLst>
          <pc:docMk/>
          <pc:sldMk cId="0" sldId="257"/>
        </pc:sldMkLst>
        <pc:spChg chg="mod">
          <ac:chgData name="Lopez Reyes, John - (jrlopez)" userId="de86be7c-0fb8-4ed9-8474-4d8bccb4e079" providerId="ADAL" clId="{CA470DEA-3822-4068-9A3C-90B675DC4F3E}" dt="2026-02-22T03:06:41.427" v="355" actId="20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Lopez Reyes, John - (jrlopez)" userId="de86be7c-0fb8-4ed9-8474-4d8bccb4e079" providerId="ADAL" clId="{CA470DEA-3822-4068-9A3C-90B675DC4F3E}" dt="2026-02-21T06:10:34.314" v="22" actId="1076"/>
        <pc:sldMkLst>
          <pc:docMk/>
          <pc:sldMk cId="0" sldId="261"/>
        </pc:sldMkLst>
        <pc:spChg chg="mod">
          <ac:chgData name="Lopez Reyes, John - (jrlopez)" userId="de86be7c-0fb8-4ed9-8474-4d8bccb4e079" providerId="ADAL" clId="{CA470DEA-3822-4068-9A3C-90B675DC4F3E}" dt="2026-02-21T06:09:47.975" v="7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Lopez Reyes, John - (jrlopez)" userId="de86be7c-0fb8-4ed9-8474-4d8bccb4e079" providerId="ADAL" clId="{CA470DEA-3822-4068-9A3C-90B675DC4F3E}" dt="2026-02-21T06:09:55.425" v="8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Lopez Reyes, John - (jrlopez)" userId="de86be7c-0fb8-4ed9-8474-4d8bccb4e079" providerId="ADAL" clId="{CA470DEA-3822-4068-9A3C-90B675DC4F3E}" dt="2026-02-21T06:10:07.656" v="9" actId="107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Lopez Reyes, John - (jrlopez)" userId="de86be7c-0fb8-4ed9-8474-4d8bccb4e079" providerId="ADAL" clId="{CA470DEA-3822-4068-9A3C-90B675DC4F3E}" dt="2026-02-21T06:10:11.932" v="11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Lopez Reyes, John - (jrlopez)" userId="de86be7c-0fb8-4ed9-8474-4d8bccb4e079" providerId="ADAL" clId="{CA470DEA-3822-4068-9A3C-90B675DC4F3E}" dt="2026-02-21T06:10:34.314" v="22" actId="107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Lopez Reyes, John - (jrlopez)" userId="de86be7c-0fb8-4ed9-8474-4d8bccb4e079" providerId="ADAL" clId="{CA470DEA-3822-4068-9A3C-90B675DC4F3E}" dt="2026-02-21T06:09:25.475" v="5" actId="948"/>
          <ac:spMkLst>
            <pc:docMk/>
            <pc:sldMk cId="0" sldId="261"/>
            <ac:spMk id="43" creationId="{00000000-0000-0000-0000-000000000000}"/>
          </ac:spMkLst>
        </pc:spChg>
        <pc:spChg chg="mod">
          <ac:chgData name="Lopez Reyes, John - (jrlopez)" userId="de86be7c-0fb8-4ed9-8474-4d8bccb4e079" providerId="ADAL" clId="{CA470DEA-3822-4068-9A3C-90B675DC4F3E}" dt="2026-02-21T06:09:13.953" v="3" actId="1076"/>
          <ac:spMkLst>
            <pc:docMk/>
            <pc:sldMk cId="0" sldId="261"/>
            <ac:spMk id="47" creationId="{00000000-0000-0000-0000-000000000000}"/>
          </ac:spMkLst>
        </pc:spChg>
        <pc:spChg chg="mod">
          <ac:chgData name="Lopez Reyes, John - (jrlopez)" userId="de86be7c-0fb8-4ed9-8474-4d8bccb4e079" providerId="ADAL" clId="{CA470DEA-3822-4068-9A3C-90B675DC4F3E}" dt="2026-02-21T06:09:31.792" v="6" actId="1076"/>
          <ac:spMkLst>
            <pc:docMk/>
            <pc:sldMk cId="0" sldId="261"/>
            <ac:spMk id="48" creationId="{00000000-0000-0000-0000-000000000000}"/>
          </ac:spMkLst>
        </pc:spChg>
      </pc:sldChg>
      <pc:sldChg chg="modSp mod">
        <pc:chgData name="Lopez Reyes, John - (jrlopez)" userId="de86be7c-0fb8-4ed9-8474-4d8bccb4e079" providerId="ADAL" clId="{CA470DEA-3822-4068-9A3C-90B675DC4F3E}" dt="2026-02-21T06:10:47.681" v="25" actId="404"/>
        <pc:sldMkLst>
          <pc:docMk/>
          <pc:sldMk cId="0" sldId="262"/>
        </pc:sldMkLst>
        <pc:spChg chg="mod">
          <ac:chgData name="Lopez Reyes, John - (jrlopez)" userId="de86be7c-0fb8-4ed9-8474-4d8bccb4e079" providerId="ADAL" clId="{CA470DEA-3822-4068-9A3C-90B675DC4F3E}" dt="2026-02-21T06:10:47.681" v="25" actId="404"/>
          <ac:spMkLst>
            <pc:docMk/>
            <pc:sldMk cId="0" sldId="262"/>
            <ac:spMk id="24" creationId="{00000000-0000-0000-0000-000000000000}"/>
          </ac:spMkLst>
        </pc:spChg>
      </pc:sldChg>
      <pc:sldChg chg="addSp delSp modSp mod ord">
        <pc:chgData name="Lopez Reyes, John - (jrlopez)" userId="de86be7c-0fb8-4ed9-8474-4d8bccb4e079" providerId="ADAL" clId="{CA470DEA-3822-4068-9A3C-90B675DC4F3E}" dt="2026-02-21T06:12:40.290" v="98"/>
        <pc:sldMkLst>
          <pc:docMk/>
          <pc:sldMk cId="0" sldId="265"/>
        </pc:sldMkLst>
        <pc:spChg chg="mod">
          <ac:chgData name="Lopez Reyes, John - (jrlopez)" userId="de86be7c-0fb8-4ed9-8474-4d8bccb4e079" providerId="ADAL" clId="{CA470DEA-3822-4068-9A3C-90B675DC4F3E}" dt="2026-02-21T06:11:56.533" v="94" actId="20577"/>
          <ac:spMkLst>
            <pc:docMk/>
            <pc:sldMk cId="0" sldId="265"/>
            <ac:spMk id="3" creationId="{00000000-0000-0000-0000-000000000000}"/>
          </ac:spMkLst>
        </pc:spChg>
        <pc:graphicFrameChg chg="add mod">
          <ac:chgData name="Lopez Reyes, John - (jrlopez)" userId="de86be7c-0fb8-4ed9-8474-4d8bccb4e079" providerId="ADAL" clId="{CA470DEA-3822-4068-9A3C-90B675DC4F3E}" dt="2026-02-21T06:11:25.257" v="26"/>
          <ac:graphicFrameMkLst>
            <pc:docMk/>
            <pc:sldMk cId="0" sldId="265"/>
            <ac:graphicFrameMk id="25" creationId="{016DBB1D-ED4B-2140-D712-BF1A94B6BB8F}"/>
          </ac:graphicFrameMkLst>
        </pc:graphicFrameChg>
        <pc:graphicFrameChg chg="add mod">
          <ac:chgData name="Lopez Reyes, John - (jrlopez)" userId="de86be7c-0fb8-4ed9-8474-4d8bccb4e079" providerId="ADAL" clId="{CA470DEA-3822-4068-9A3C-90B675DC4F3E}" dt="2026-02-21T06:11:29.698" v="27"/>
          <ac:graphicFrameMkLst>
            <pc:docMk/>
            <pc:sldMk cId="0" sldId="265"/>
            <ac:graphicFrameMk id="26" creationId="{0A2CED97-C350-8328-E918-943F13970994}"/>
          </ac:graphicFrameMkLst>
        </pc:graphicFrameChg>
        <pc:graphicFrameChg chg="add del mod modGraphic">
          <ac:chgData name="Lopez Reyes, John - (jrlopez)" userId="de86be7c-0fb8-4ed9-8474-4d8bccb4e079" providerId="ADAL" clId="{CA470DEA-3822-4068-9A3C-90B675DC4F3E}" dt="2026-02-21T06:12:17.327" v="96" actId="478"/>
          <ac:graphicFrameMkLst>
            <pc:docMk/>
            <pc:sldMk cId="0" sldId="265"/>
            <ac:graphicFrameMk id="27" creationId="{387027B9-985B-C538-3D61-9BA3F5D62FEA}"/>
          </ac:graphicFrameMkLst>
        </pc:graphicFrameChg>
      </pc:sldChg>
      <pc:sldChg chg="del">
        <pc:chgData name="Lopez Reyes, John - (jrlopez)" userId="de86be7c-0fb8-4ed9-8474-4d8bccb4e079" providerId="ADAL" clId="{CA470DEA-3822-4068-9A3C-90B675DC4F3E}" dt="2026-02-21T06:12:46.827" v="99" actId="47"/>
        <pc:sldMkLst>
          <pc:docMk/>
          <pc:sldMk cId="0" sldId="266"/>
        </pc:sldMkLst>
      </pc:sldChg>
      <pc:sldChg chg="new del mod chgLayout">
        <pc:chgData name="Lopez Reyes, John - (jrlopez)" userId="de86be7c-0fb8-4ed9-8474-4d8bccb4e079" providerId="ADAL" clId="{CA470DEA-3822-4068-9A3C-90B675DC4F3E}" dt="2026-02-21T06:15:37.930" v="106" actId="47"/>
        <pc:sldMkLst>
          <pc:docMk/>
          <pc:sldMk cId="1577321253" sldId="266"/>
        </pc:sldMkLst>
      </pc:sldChg>
      <pc:sldChg chg="addSp add del setBg">
        <pc:chgData name="Lopez Reyes, John - (jrlopez)" userId="de86be7c-0fb8-4ed9-8474-4d8bccb4e079" providerId="ADAL" clId="{CA470DEA-3822-4068-9A3C-90B675DC4F3E}" dt="2026-02-21T06:16:29.610" v="109" actId="47"/>
        <pc:sldMkLst>
          <pc:docMk/>
          <pc:sldMk cId="754184955" sldId="267"/>
        </pc:sldMkLst>
        <pc:picChg chg="add">
          <ac:chgData name="Lopez Reyes, John - (jrlopez)" userId="de86be7c-0fb8-4ed9-8474-4d8bccb4e079" providerId="ADAL" clId="{CA470DEA-3822-4068-9A3C-90B675DC4F3E}" dt="2026-02-21T06:16:05.789" v="107"/>
          <ac:picMkLst>
            <pc:docMk/>
            <pc:sldMk cId="754184955" sldId="267"/>
            <ac:picMk id="2050" creationId="{D34C2A20-6796-D6B8-B279-9019CA0277ED}"/>
          </ac:picMkLst>
        </pc:picChg>
      </pc:sldChg>
      <pc:sldChg chg="addSp delSp modSp new mod setBg">
        <pc:chgData name="Lopez Reyes, John - (jrlopez)" userId="de86be7c-0fb8-4ed9-8474-4d8bccb4e079" providerId="ADAL" clId="{CA470DEA-3822-4068-9A3C-90B675DC4F3E}" dt="2026-02-22T03:06:45.935" v="357" actId="20577"/>
        <pc:sldMkLst>
          <pc:docMk/>
          <pc:sldMk cId="3621651433" sldId="268"/>
        </pc:sldMkLst>
        <pc:spChg chg="add mod">
          <ac:chgData name="Lopez Reyes, John - (jrlopez)" userId="de86be7c-0fb8-4ed9-8474-4d8bccb4e079" providerId="ADAL" clId="{CA470DEA-3822-4068-9A3C-90B675DC4F3E}" dt="2026-02-22T02:49:17.342" v="215" actId="122"/>
          <ac:spMkLst>
            <pc:docMk/>
            <pc:sldMk cId="3621651433" sldId="268"/>
            <ac:spMk id="2" creationId="{00272B13-8148-2E50-363A-18A756B42AD2}"/>
          </ac:spMkLst>
        </pc:spChg>
        <pc:spChg chg="add">
          <ac:chgData name="Lopez Reyes, John - (jrlopez)" userId="de86be7c-0fb8-4ed9-8474-4d8bccb4e079" providerId="ADAL" clId="{CA470DEA-3822-4068-9A3C-90B675DC4F3E}" dt="2026-02-21T06:16:39.359" v="110"/>
          <ac:spMkLst>
            <pc:docMk/>
            <pc:sldMk cId="3621651433" sldId="268"/>
            <ac:spMk id="2" creationId="{2891D272-551C-3F9A-6AD4-53A3F9621D70}"/>
          </ac:spMkLst>
        </pc:spChg>
        <pc:spChg chg="add mod">
          <ac:chgData name="Lopez Reyes, John - (jrlopez)" userId="de86be7c-0fb8-4ed9-8474-4d8bccb4e079" providerId="ADAL" clId="{CA470DEA-3822-4068-9A3C-90B675DC4F3E}" dt="2026-02-22T02:51:53.836" v="236" actId="1076"/>
          <ac:spMkLst>
            <pc:docMk/>
            <pc:sldMk cId="3621651433" sldId="268"/>
            <ac:spMk id="3" creationId="{6BE7E7CB-80F0-B42A-B747-E8ECA8CF9F40}"/>
          </ac:spMkLst>
        </pc:spChg>
        <pc:spChg chg="add mod">
          <ac:chgData name="Lopez Reyes, John - (jrlopez)" userId="de86be7c-0fb8-4ed9-8474-4d8bccb4e079" providerId="ADAL" clId="{CA470DEA-3822-4068-9A3C-90B675DC4F3E}" dt="2026-02-22T03:03:32.654" v="320" actId="14100"/>
          <ac:spMkLst>
            <pc:docMk/>
            <pc:sldMk cId="3621651433" sldId="268"/>
            <ac:spMk id="4" creationId="{22389CEC-85C8-8C2F-21F4-D1629B012E19}"/>
          </ac:spMkLst>
        </pc:spChg>
        <pc:spChg chg="add mod">
          <ac:chgData name="Lopez Reyes, John - (jrlopez)" userId="de86be7c-0fb8-4ed9-8474-4d8bccb4e079" providerId="ADAL" clId="{CA470DEA-3822-4068-9A3C-90B675DC4F3E}" dt="2026-02-22T03:04:08.593" v="325" actId="255"/>
          <ac:spMkLst>
            <pc:docMk/>
            <pc:sldMk cId="3621651433" sldId="268"/>
            <ac:spMk id="5" creationId="{A127D4E2-053A-CA2A-BD10-A0FEBDC6EB13}"/>
          </ac:spMkLst>
        </pc:spChg>
        <pc:spChg chg="add mod">
          <ac:chgData name="Lopez Reyes, John - (jrlopez)" userId="de86be7c-0fb8-4ed9-8474-4d8bccb4e079" providerId="ADAL" clId="{CA470DEA-3822-4068-9A3C-90B675DC4F3E}" dt="2026-02-22T02:57:15.890" v="271" actId="1076"/>
          <ac:spMkLst>
            <pc:docMk/>
            <pc:sldMk cId="3621651433" sldId="268"/>
            <ac:spMk id="6" creationId="{E395E03F-7FE4-D686-1B0A-EEC094746BD8}"/>
          </ac:spMkLst>
        </pc:spChg>
        <pc:spChg chg="add mod">
          <ac:chgData name="Lopez Reyes, John - (jrlopez)" userId="de86be7c-0fb8-4ed9-8474-4d8bccb4e079" providerId="ADAL" clId="{CA470DEA-3822-4068-9A3C-90B675DC4F3E}" dt="2026-02-22T03:05:04.281" v="332" actId="1076"/>
          <ac:spMkLst>
            <pc:docMk/>
            <pc:sldMk cId="3621651433" sldId="268"/>
            <ac:spMk id="7" creationId="{538B9AD1-678B-3AF1-D2A1-088518F2F0D0}"/>
          </ac:spMkLst>
        </pc:spChg>
        <pc:spChg chg="add mod">
          <ac:chgData name="Lopez Reyes, John - (jrlopez)" userId="de86be7c-0fb8-4ed9-8474-4d8bccb4e079" providerId="ADAL" clId="{CA470DEA-3822-4068-9A3C-90B675DC4F3E}" dt="2026-02-22T02:56:52.323" v="270" actId="14100"/>
          <ac:spMkLst>
            <pc:docMk/>
            <pc:sldMk cId="3621651433" sldId="268"/>
            <ac:spMk id="8" creationId="{D7233DE1-054F-0D90-48BD-0C7C6646E4CB}"/>
          </ac:spMkLst>
        </pc:spChg>
        <pc:spChg chg="add del">
          <ac:chgData name="Lopez Reyes, John - (jrlopez)" userId="de86be7c-0fb8-4ed9-8474-4d8bccb4e079" providerId="ADAL" clId="{CA470DEA-3822-4068-9A3C-90B675DC4F3E}" dt="2026-02-21T06:21:56.823" v="149" actId="22"/>
          <ac:spMkLst>
            <pc:docMk/>
            <pc:sldMk cId="3621651433" sldId="268"/>
            <ac:spMk id="9" creationId="{56EA3984-3A54-81A8-A28C-214833EA1FA4}"/>
          </ac:spMkLst>
        </pc:spChg>
        <pc:spChg chg="add mod">
          <ac:chgData name="Lopez Reyes, John - (jrlopez)" userId="de86be7c-0fb8-4ed9-8474-4d8bccb4e079" providerId="ADAL" clId="{CA470DEA-3822-4068-9A3C-90B675DC4F3E}" dt="2026-02-22T02:59:30.041" v="281" actId="1076"/>
          <ac:spMkLst>
            <pc:docMk/>
            <pc:sldMk cId="3621651433" sldId="268"/>
            <ac:spMk id="9" creationId="{C2E12971-3D9C-3EDB-3EE6-C599937D7702}"/>
          </ac:spMkLst>
        </pc:spChg>
        <pc:spChg chg="add mod">
          <ac:chgData name="Lopez Reyes, John - (jrlopez)" userId="de86be7c-0fb8-4ed9-8474-4d8bccb4e079" providerId="ADAL" clId="{CA470DEA-3822-4068-9A3C-90B675DC4F3E}" dt="2026-02-22T03:02:54.050" v="316" actId="20577"/>
          <ac:spMkLst>
            <pc:docMk/>
            <pc:sldMk cId="3621651433" sldId="268"/>
            <ac:spMk id="10" creationId="{067C9D31-653E-A8AB-C1AE-99ADDAC1EBE9}"/>
          </ac:spMkLst>
        </pc:spChg>
        <pc:spChg chg="add mod">
          <ac:chgData name="Lopez Reyes, John - (jrlopez)" userId="de86be7c-0fb8-4ed9-8474-4d8bccb4e079" providerId="ADAL" clId="{CA470DEA-3822-4068-9A3C-90B675DC4F3E}" dt="2026-02-22T02:57:30.500" v="272" actId="1076"/>
          <ac:spMkLst>
            <pc:docMk/>
            <pc:sldMk cId="3621651433" sldId="268"/>
            <ac:spMk id="11" creationId="{1ADB01C6-9084-6E03-4734-89A2288187E9}"/>
          </ac:spMkLst>
        </pc:spChg>
        <pc:spChg chg="add del">
          <ac:chgData name="Lopez Reyes, John - (jrlopez)" userId="de86be7c-0fb8-4ed9-8474-4d8bccb4e079" providerId="ADAL" clId="{CA470DEA-3822-4068-9A3C-90B675DC4F3E}" dt="2026-02-21T06:23:11.479" v="153" actId="478"/>
          <ac:spMkLst>
            <pc:docMk/>
            <pc:sldMk cId="3621651433" sldId="268"/>
            <ac:spMk id="11" creationId="{FB473F5E-C38C-F584-8D09-06038F11C782}"/>
          </ac:spMkLst>
        </pc:spChg>
        <pc:spChg chg="add mod">
          <ac:chgData name="Lopez Reyes, John - (jrlopez)" userId="de86be7c-0fb8-4ed9-8474-4d8bccb4e079" providerId="ADAL" clId="{CA470DEA-3822-4068-9A3C-90B675DC4F3E}" dt="2026-02-22T02:49:52.953" v="216" actId="1076"/>
          <ac:spMkLst>
            <pc:docMk/>
            <pc:sldMk cId="3621651433" sldId="268"/>
            <ac:spMk id="12" creationId="{937C5E69-BE38-07D5-D744-8020C21F94AA}"/>
          </ac:spMkLst>
        </pc:spChg>
        <pc:spChg chg="add mod">
          <ac:chgData name="Lopez Reyes, John - (jrlopez)" userId="de86be7c-0fb8-4ed9-8474-4d8bccb4e079" providerId="ADAL" clId="{CA470DEA-3822-4068-9A3C-90B675DC4F3E}" dt="2026-02-21T06:31:05.709" v="194" actId="1076"/>
          <ac:spMkLst>
            <pc:docMk/>
            <pc:sldMk cId="3621651433" sldId="268"/>
            <ac:spMk id="13" creationId="{085062EA-CB5F-6BEB-5764-73EF9C4B05A2}"/>
          </ac:spMkLst>
        </pc:spChg>
        <pc:spChg chg="add mod">
          <ac:chgData name="Lopez Reyes, John - (jrlopez)" userId="de86be7c-0fb8-4ed9-8474-4d8bccb4e079" providerId="ADAL" clId="{CA470DEA-3822-4068-9A3C-90B675DC4F3E}" dt="2026-02-22T02:57:59.639" v="274" actId="1076"/>
          <ac:spMkLst>
            <pc:docMk/>
            <pc:sldMk cId="3621651433" sldId="268"/>
            <ac:spMk id="14" creationId="{52F323DB-8C55-B9C4-BCDE-B7FBF7FC9265}"/>
          </ac:spMkLst>
        </pc:spChg>
        <pc:spChg chg="add mod">
          <ac:chgData name="Lopez Reyes, John - (jrlopez)" userId="de86be7c-0fb8-4ed9-8474-4d8bccb4e079" providerId="ADAL" clId="{CA470DEA-3822-4068-9A3C-90B675DC4F3E}" dt="2026-02-22T03:00:17.976" v="293" actId="14100"/>
          <ac:spMkLst>
            <pc:docMk/>
            <pc:sldMk cId="3621651433" sldId="268"/>
            <ac:spMk id="15" creationId="{5ED1EB97-45FA-E4C0-1C2D-B08C15517798}"/>
          </ac:spMkLst>
        </pc:spChg>
        <pc:spChg chg="add mod">
          <ac:chgData name="Lopez Reyes, John - (jrlopez)" userId="de86be7c-0fb8-4ed9-8474-4d8bccb4e079" providerId="ADAL" clId="{CA470DEA-3822-4068-9A3C-90B675DC4F3E}" dt="2026-02-22T03:06:45.935" v="357" actId="20577"/>
          <ac:spMkLst>
            <pc:docMk/>
            <pc:sldMk cId="3621651433" sldId="268"/>
            <ac:spMk id="16" creationId="{D0C7950F-F532-39E1-4118-EE6699396497}"/>
          </ac:spMkLst>
        </pc:spChg>
        <pc:spChg chg="add mod">
          <ac:chgData name="Lopez Reyes, John - (jrlopez)" userId="de86be7c-0fb8-4ed9-8474-4d8bccb4e079" providerId="ADAL" clId="{CA470DEA-3822-4068-9A3C-90B675DC4F3E}" dt="2026-02-22T02:57:35.488" v="273" actId="1076"/>
          <ac:spMkLst>
            <pc:docMk/>
            <pc:sldMk cId="3621651433" sldId="268"/>
            <ac:spMk id="17" creationId="{28FB5667-8E9A-3039-BB3D-D814ECCB3B29}"/>
          </ac:spMkLst>
        </pc:spChg>
        <pc:spChg chg="add mod">
          <ac:chgData name="Lopez Reyes, John - (jrlopez)" userId="de86be7c-0fb8-4ed9-8474-4d8bccb4e079" providerId="ADAL" clId="{CA470DEA-3822-4068-9A3C-90B675DC4F3E}" dt="2026-02-22T02:58:08.850" v="275" actId="1076"/>
          <ac:spMkLst>
            <pc:docMk/>
            <pc:sldMk cId="3621651433" sldId="268"/>
            <ac:spMk id="18" creationId="{6E879536-E3C8-1B70-911C-6C3A59C03AEC}"/>
          </ac:spMkLst>
        </pc:spChg>
        <pc:spChg chg="add mod">
          <ac:chgData name="Lopez Reyes, John - (jrlopez)" userId="de86be7c-0fb8-4ed9-8474-4d8bccb4e079" providerId="ADAL" clId="{CA470DEA-3822-4068-9A3C-90B675DC4F3E}" dt="2026-02-22T03:01:03.262" v="301" actId="14100"/>
          <ac:spMkLst>
            <pc:docMk/>
            <pc:sldMk cId="3621651433" sldId="268"/>
            <ac:spMk id="19" creationId="{A6B9134A-E579-5D17-D315-12941A962670}"/>
          </ac:spMkLst>
        </pc:spChg>
        <pc:spChg chg="add mod">
          <ac:chgData name="Lopez Reyes, John - (jrlopez)" userId="de86be7c-0fb8-4ed9-8474-4d8bccb4e079" providerId="ADAL" clId="{CA470DEA-3822-4068-9A3C-90B675DC4F3E}" dt="2026-02-22T03:06:45.151" v="356" actId="20577"/>
          <ac:spMkLst>
            <pc:docMk/>
            <pc:sldMk cId="3621651433" sldId="268"/>
            <ac:spMk id="20" creationId="{66540574-E8B9-5C46-C331-58F75AD54FB6}"/>
          </ac:spMkLst>
        </pc:spChg>
        <pc:spChg chg="add del mod">
          <ac:chgData name="Lopez Reyes, John - (jrlopez)" userId="de86be7c-0fb8-4ed9-8474-4d8bccb4e079" providerId="ADAL" clId="{CA470DEA-3822-4068-9A3C-90B675DC4F3E}" dt="2026-02-22T02:55:06.994" v="263" actId="478"/>
          <ac:spMkLst>
            <pc:docMk/>
            <pc:sldMk cId="3621651433" sldId="268"/>
            <ac:spMk id="22" creationId="{D3ADB0D4-3659-3AB5-8F97-F320BBBFD11B}"/>
          </ac:spMkLst>
        </pc:spChg>
        <pc:spChg chg="add mod">
          <ac:chgData name="Lopez Reyes, John - (jrlopez)" userId="de86be7c-0fb8-4ed9-8474-4d8bccb4e079" providerId="ADAL" clId="{CA470DEA-3822-4068-9A3C-90B675DC4F3E}" dt="2026-02-22T03:05:33.158" v="336" actId="1076"/>
          <ac:spMkLst>
            <pc:docMk/>
            <pc:sldMk cId="3621651433" sldId="268"/>
            <ac:spMk id="23" creationId="{8DB9C5F4-49D9-DF74-FE26-766217D0FF79}"/>
          </ac:spMkLst>
        </pc:spChg>
        <pc:spChg chg="add mod">
          <ac:chgData name="Lopez Reyes, John - (jrlopez)" userId="de86be7c-0fb8-4ed9-8474-4d8bccb4e079" providerId="ADAL" clId="{CA470DEA-3822-4068-9A3C-90B675DC4F3E}" dt="2026-02-22T03:05:52.530" v="337"/>
          <ac:spMkLst>
            <pc:docMk/>
            <pc:sldMk cId="3621651433" sldId="268"/>
            <ac:spMk id="24" creationId="{CF9F66A7-AA2A-890E-4880-2198B771D923}"/>
          </ac:spMkLst>
        </pc:spChg>
        <pc:picChg chg="add">
          <ac:chgData name="Lopez Reyes, John - (jrlopez)" userId="de86be7c-0fb8-4ed9-8474-4d8bccb4e079" providerId="ADAL" clId="{CA470DEA-3822-4068-9A3C-90B675DC4F3E}" dt="2026-02-21T06:16:39.359" v="110"/>
          <ac:picMkLst>
            <pc:docMk/>
            <pc:sldMk cId="3621651433" sldId="268"/>
            <ac:picMk id="3074" creationId="{0AB3906B-77C6-AFEA-0543-660817DD78A9}"/>
          </ac:picMkLst>
        </pc:picChg>
        <pc:picChg chg="add mod">
          <ac:chgData name="Lopez Reyes, John - (jrlopez)" userId="de86be7c-0fb8-4ed9-8474-4d8bccb4e079" providerId="ADAL" clId="{CA470DEA-3822-4068-9A3C-90B675DC4F3E}" dt="2026-02-22T03:04:27.528" v="326" actId="1076"/>
          <ac:picMkLst>
            <pc:docMk/>
            <pc:sldMk cId="3621651433" sldId="268"/>
            <ac:picMk id="3076" creationId="{87FC3E00-D697-D18D-CB26-3B5E420C236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186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TALKING POINTS: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Distributed swarm coordination for 20-50 autonomous surface drones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ESP32-S3 with ESP-NOW protocol — zero-configuration networking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All 5 communication layers complete and verified on hardware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Interface IF-6 (drone-to-drone) fully verified — 0% packet loss, sub-5ms RTT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Integration Phase 0 (interface specs) starting this week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TIME: 30 seconds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18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ESP32-S3 selected for dual-core processing, built-in 2.4GHz WiFi
- ESP-NOW eliminates need for WiFi access point — direct peer-to-peer
- Currently verified on 2 development boards
- UART port allocation planned: UART0=console, UART1=Pixhawk (IF-1), UART2=Jetson (IF-3)
- 3rd dev board arriving Week 8 for multi-node and stub testing
- Waterproof enclosure integration during Phase 3 full system testing
TIME: 45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All 5 communication layers complete — this is the full swarm comm stack
- Layer 1: ESP-NOW wrapper handles all radio communication
- Layer 2: Each drone gets a persistent unique ID via NVS flash
- Layer 3: Drones discover each other automatically — zero-config
- Layer 4: Highest ID drone becomes leader, generates TDMA schedule
- Layer 5: Leader distributes GOTO/HOLD/STOP/RESUME commands
- ~2,350 lines production-quality C code in ESP-IDF
- Very lightweight: &lt;5% CPU, ~10KB RAM
- Note: These 5 layers implement IF-6 (drone↔drone) which is fully complete
TIME: 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Requirement 4.4.2 currently at PARTIAL PASS, advancing to FULL PASS
- TEST: All metrics exceed requirements — RTT &lt;5ms, 0% packet loss, excellent signal
- DEMONSTRATION: Full 2-node swarm demonstrated — discovery through command execution
- ANALYSIS: Scalability study scheduled during Spring Break buffer (Wk 9)
- INSPECTION: Hardware inspection during Phase 3 full system integration (Wk 12)
- Supporting requirements also on track
TIME: 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Live demo: Watch two ESP32-S3 boards coordinate in real-time
- Power on → automatic discovery in 2-4 seconds
- Node 2 becomes leader (highest ID wins)
- Leader generates TDMA schedule — 50ms slots prevent collisions
- Leader sends GOTO command — both nodes receive and execute
- Console shows synchronized status on both boards
- Backup video ready if hardware has issues
TIME: 2 minutes for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Integration plan follows 5 phases (0-4) based on integration maturity, NOT subsystem breakdown
- Phase 0 (THIS WEEK): All 4 team members agree on interface specs — IF-1 through IF-5
  - IF-6 (drone↔drone ESP-NOW) already complete and verified
- Phase 1 (Wk 8-9): Stub testing — each interface tested with one real side + one mock
  - Spring Break (Wk 9) used as buffer
- Phase 2 (Wk 10-11): Real hardware pairs connected — Swarm↔Pixhawk is first (critical path)
- Phase 3 (Wk 12-13): Full system on complete drone, 2-drone swarm, E-STOP
- Phase 4 (Wk 14-15): Pool testing — single then multi-drone
- CRITICAL PATH: IF-1 (Swarm↔Pixhawk) — two MCUs, two team members, real-time MAVLink
  - Must be tested earliest with most schedule buffer
- I own or co-own 5 of 6 interfaces (IF-1, 2, 3, 5, 6)
TIME: 60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All performance metrics EXCEED requirements
- RTT 4-5ms against &lt;10ms plan requirement — well within threshold
- Packet loss is 0% — well below 5% requirement
- Signal strength -16 to -24 dBm — far exceeds -70 dBm minimum
- Discovery in 2-4 seconds — well under 5 second requirement
- All functional tests pass: discovery, election, scheduling, commands, failover
- Thread safety verified — no race conditions with mutex protection
- These metrics verified per Integration Plan Section 6.1
TIME: 45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Timeline matches Software Integration Plan Master Timeline (Section 10)
- Week 7 (NOW): Phase 0 — finalizing interface spec documents with all teammates
  - IF1_SPEC.md (John+Robert), IF2_SPEC.md (Jamie+John), IF3_SPEC.md (John+Jamie)
  - IF5_SPEC.md (Mayra+John) — team sign-off meeting Feb 28
- Week 8: Phase 1 — pairwise stub testing — each interface one real side + one stub
- Week 9: Spring Break — buffer for async catch-up
- Week 10: Phase 2a — CRITICAL: Swarm↔Pixhawk pair test (John+Robert)
  - ESP32 goto → Pixhawk motor spins, rudder deflects, ACK received
- Week 11: Phase 2b — End-to-end command chain: GUI→MQTT→Jetson→ESP32→Pixhawk
- Weeks 12-13: Phase 3 — Full system on drone, then 2-drone swarm + E-STOP
- Weeks 14-15: Phase 4 — Pool testing (single then multi-drone)
- Weeks 16-17: Finalize documentation and submit
TIME: 45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- 30 Days: Focus on Phase 0-2 — interface specs, stub testing, pair integration
  - THIS WEEK: All interface specs agreed — IF-1 through IF-5
  - Week 8: Stub testing — ESP32 sends MAVLink, reads sensors, talks to Jetson
  - Week 10: CRITICAL — Swarm↔Pixhawk pair test with Robert
  - Week 11: End-to-end command chain verified
- 60 Days: Phase 3-4 — Full system and pool testing
  - Single-drone full stack, then 2-drone swarm
  - E-STOP verified, Starlink loss graceful degradation
  - Pool testing: single then multi-drone missions
- 90 Days: Finalize — documentation, Design Day, final report
- Task numbers (e.g., 1.1, 2.1) reference Integration Plan directly
TIME: 45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Risks pulled directly from Software Integration Plan Section 8
- R1 (MAVLink mismatch) is highest priority — on critical path
  - Mitigation: formal spec document due Feb 26, logic analyzer verification in Phase 1
- R5 (UART contention) is my responsibility — already planned allocation
- R6 (Spring Break slip) mitigated by front-loading Phase 1 tasks to Week 8
- IF-6 risks already mitigated — proven 0% packet loss, working auto-discovery
- R7 (waterproofing) — all integration bench-tested before going to pool
TIME: 45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89CEC-85C8-8C2F-21F4-D1629B012E19}"/>
              </a:ext>
            </a:extLst>
          </p:cNvPr>
          <p:cNvSpPr txBox="1"/>
          <p:nvPr/>
        </p:nvSpPr>
        <p:spPr>
          <a:xfrm>
            <a:off x="0" y="0"/>
            <a:ext cx="9143999" cy="73152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7FC3E00-D697-D18D-CB26-3B5E420C2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640" y="640080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127D4E2-053A-CA2A-BD10-A0FEBDC6EB13}"/>
              </a:ext>
            </a:extLst>
          </p:cNvPr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Communications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8B9AD1-678B-3AF1-D2A1-088518F2F0D0}"/>
              </a:ext>
            </a:extLst>
          </p:cNvPr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 rtl="0">
              <a:buNone/>
            </a:pPr>
            <a:r>
              <a:rPr lang="en-US" sz="2200" b="0" i="0" u="none" strike="noStrike" dirty="0">
                <a:solidFill>
                  <a:srgbClr val="E8ECF1"/>
                </a:solidFill>
                <a:effectLst/>
                <a:ea typeface="Cambria" panose="02040503050406030204" pitchFamily="18" charset="0"/>
              </a:rPr>
              <a:t>Integration</a:t>
            </a:r>
            <a:r>
              <a:rPr lang="en-US" sz="2200" b="0" i="0" u="none" strike="noStrike" dirty="0">
                <a:solidFill>
                  <a:srgbClr val="E8ECF1"/>
                </a:solidFill>
                <a:effectLst/>
              </a:rPr>
              <a:t> Status Review (ISR)</a:t>
            </a:r>
            <a:endParaRPr lang="en-US" sz="2200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7C5E69-BE38-07D5-D744-8020C21F94AA}"/>
              </a:ext>
            </a:extLst>
          </p:cNvPr>
          <p:cNvSpPr/>
          <p:nvPr/>
        </p:nvSpPr>
        <p:spPr>
          <a:xfrm>
            <a:off x="457200" y="3108960"/>
            <a:ext cx="1920240" cy="914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br>
              <a:rPr lang="en-US" dirty="0"/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5062EA-CB5F-6BEB-5764-73EF9C4B05A2}"/>
              </a:ext>
            </a:extLst>
          </p:cNvPr>
          <p:cNvSpPr txBox="1"/>
          <p:nvPr/>
        </p:nvSpPr>
        <p:spPr>
          <a:xfrm>
            <a:off x="457200" y="3182112"/>
            <a:ext cx="192024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97A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5/5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72B13-8148-2E50-363A-18A756B42AD2}"/>
              </a:ext>
            </a:extLst>
          </p:cNvPr>
          <p:cNvSpPr txBox="1"/>
          <p:nvPr/>
        </p:nvSpPr>
        <p:spPr>
          <a:xfrm>
            <a:off x="457200" y="3584448"/>
            <a:ext cx="192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8ECF1"/>
                </a:solidFill>
              </a:rPr>
              <a:t>Comms Layers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7E7CB-80F0-B42A-B747-E8ECA8CF9F40}"/>
              </a:ext>
            </a:extLst>
          </p:cNvPr>
          <p:cNvSpPr txBox="1"/>
          <p:nvPr/>
        </p:nvSpPr>
        <p:spPr>
          <a:xfrm>
            <a:off x="457200" y="3767328"/>
            <a:ext cx="192024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B0BEC5"/>
                </a:solidFill>
              </a:rPr>
              <a:t>Complete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5E03F-7FE4-D686-1B0A-EEC094746BD8}"/>
              </a:ext>
            </a:extLst>
          </p:cNvPr>
          <p:cNvSpPr/>
          <p:nvPr/>
        </p:nvSpPr>
        <p:spPr>
          <a:xfrm>
            <a:off x="2606040" y="3108960"/>
            <a:ext cx="1920240" cy="914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br>
              <a:rPr lang="en-US" dirty="0"/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33DE1-054F-0D90-48BD-0C7C6646E4CB}"/>
              </a:ext>
            </a:extLst>
          </p:cNvPr>
          <p:cNvSpPr txBox="1"/>
          <p:nvPr/>
        </p:nvSpPr>
        <p:spPr>
          <a:xfrm>
            <a:off x="2606040" y="3182112"/>
            <a:ext cx="192024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97A7"/>
                </a:solidFill>
                <a:latin typeface="Cambria" panose="02040503050406030204" pitchFamily="18" charset="0"/>
              </a:rPr>
              <a:t>✓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12971-3D9C-3EDB-3EE6-C599937D7702}"/>
              </a:ext>
            </a:extLst>
          </p:cNvPr>
          <p:cNvSpPr txBox="1"/>
          <p:nvPr/>
        </p:nvSpPr>
        <p:spPr>
          <a:xfrm>
            <a:off x="2606040" y="3584448"/>
            <a:ext cx="192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8ECF1"/>
                </a:solidFill>
              </a:rPr>
              <a:t>IF-6 (</a:t>
            </a:r>
            <a:r>
              <a:rPr lang="en-US" sz="1000" dirty="0" err="1">
                <a:solidFill>
                  <a:srgbClr val="E8ECF1"/>
                </a:solidFill>
              </a:rPr>
              <a:t>Drone↔Drone</a:t>
            </a:r>
            <a:r>
              <a:rPr lang="en-US" sz="1000" dirty="0">
                <a:solidFill>
                  <a:srgbClr val="E8ECF1"/>
                </a:solidFill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C9D31-653E-A8AB-C1AE-99ADDAC1EBE9}"/>
              </a:ext>
            </a:extLst>
          </p:cNvPr>
          <p:cNvSpPr txBox="1"/>
          <p:nvPr/>
        </p:nvSpPr>
        <p:spPr>
          <a:xfrm>
            <a:off x="2606040" y="3743352"/>
            <a:ext cx="192024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B0BEC5"/>
                </a:solidFill>
              </a:rPr>
              <a:t>Verified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DB01C6-9084-6E03-4734-89A2288187E9}"/>
              </a:ext>
            </a:extLst>
          </p:cNvPr>
          <p:cNvSpPr/>
          <p:nvPr/>
        </p:nvSpPr>
        <p:spPr>
          <a:xfrm>
            <a:off x="4754880" y="3104074"/>
            <a:ext cx="1920240" cy="914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br>
              <a:rPr lang="en-US" dirty="0"/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F323DB-8C55-B9C4-BCDE-B7FBF7FC9265}"/>
              </a:ext>
            </a:extLst>
          </p:cNvPr>
          <p:cNvSpPr txBox="1"/>
          <p:nvPr/>
        </p:nvSpPr>
        <p:spPr>
          <a:xfrm>
            <a:off x="4754880" y="3177226"/>
            <a:ext cx="19202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97A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D1EB97-45FA-E4C0-1C2D-B08C15517798}"/>
              </a:ext>
            </a:extLst>
          </p:cNvPr>
          <p:cNvSpPr txBox="1"/>
          <p:nvPr/>
        </p:nvSpPr>
        <p:spPr>
          <a:xfrm>
            <a:off x="4700939" y="3579562"/>
            <a:ext cx="192024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8ECF1"/>
                </a:solidFill>
              </a:rPr>
              <a:t>Packet Loss</a:t>
            </a:r>
          </a:p>
          <a:p>
            <a:br>
              <a:rPr lang="en-US" sz="1000" dirty="0"/>
            </a:br>
            <a:endParaRPr lang="en-US" sz="1000" dirty="0">
              <a:solidFill>
                <a:srgbClr val="E8ECF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C7950F-F532-39E1-4118-EE6699396497}"/>
              </a:ext>
            </a:extLst>
          </p:cNvPr>
          <p:cNvSpPr txBox="1"/>
          <p:nvPr/>
        </p:nvSpPr>
        <p:spPr>
          <a:xfrm>
            <a:off x="4754880" y="3762442"/>
            <a:ext cx="1920240" cy="1828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B0BEC5"/>
                </a:solidFill>
              </a:rPr>
              <a:t>Complete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FB5667-8E9A-3039-BB3D-D814ECCB3B29}"/>
              </a:ext>
            </a:extLst>
          </p:cNvPr>
          <p:cNvSpPr/>
          <p:nvPr/>
        </p:nvSpPr>
        <p:spPr>
          <a:xfrm>
            <a:off x="6903720" y="3104074"/>
            <a:ext cx="1920240" cy="914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br>
              <a:rPr lang="en-US" dirty="0"/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879536-E3C8-1B70-911C-6C3A59C03AEC}"/>
              </a:ext>
            </a:extLst>
          </p:cNvPr>
          <p:cNvSpPr txBox="1"/>
          <p:nvPr/>
        </p:nvSpPr>
        <p:spPr>
          <a:xfrm>
            <a:off x="6903720" y="3177226"/>
            <a:ext cx="19202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97A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&lt;5ms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B9134A-E579-5D17-D315-12941A962670}"/>
              </a:ext>
            </a:extLst>
          </p:cNvPr>
          <p:cNvSpPr txBox="1"/>
          <p:nvPr/>
        </p:nvSpPr>
        <p:spPr>
          <a:xfrm>
            <a:off x="6903720" y="3579562"/>
            <a:ext cx="1920240" cy="201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8ECF1"/>
                </a:solidFill>
              </a:rPr>
              <a:t>RTT Latency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540574-E8B9-5C46-C331-58F75AD54FB6}"/>
              </a:ext>
            </a:extLst>
          </p:cNvPr>
          <p:cNvSpPr txBox="1"/>
          <p:nvPr/>
        </p:nvSpPr>
        <p:spPr>
          <a:xfrm>
            <a:off x="6903720" y="3762442"/>
            <a:ext cx="1920240" cy="1828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solidFill>
                  <a:srgbClr val="B0BEC5"/>
                </a:solidFill>
              </a:rPr>
              <a:t>Complete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B9C5F4-49D9-DF74-FE26-766217D0FF79}"/>
              </a:ext>
            </a:extLst>
          </p:cNvPr>
          <p:cNvSpPr txBox="1"/>
          <p:nvPr/>
        </p:nvSpPr>
        <p:spPr>
          <a:xfrm>
            <a:off x="0" y="4681728"/>
            <a:ext cx="9143999" cy="27432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txBody>
          <a:bodyPr wrap="square">
            <a:no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CF9F66A7-AA2A-890E-4880-2198B771D923}"/>
              </a:ext>
            </a:extLst>
          </p:cNvPr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5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Architecture &amp;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Communication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3931920" cy="3200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600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Specifications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1828800"/>
            <a:ext cx="3566160" cy="24185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 anchorCtr="0"/>
          <a:lstStyle/>
          <a:p>
            <a:pPr marL="182880" indent="-18288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MCU: Xtensa Dual-Core @ 240 MHz</a:t>
            </a:r>
            <a:endParaRPr lang="en-US" sz="1200" dirty="0"/>
          </a:p>
          <a:p>
            <a:pPr marL="182880" indent="-18288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2.4 GHz WiFi (ESP-NOW)</a:t>
            </a:r>
            <a:endParaRPr lang="en-US" sz="1200" dirty="0"/>
          </a:p>
          <a:p>
            <a:pPr marL="182880" indent="-18288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ESP-NOW (up to 250 kbps)</a:t>
            </a:r>
            <a:endParaRPr lang="en-US" sz="1200" dirty="0"/>
          </a:p>
          <a:p>
            <a:pPr marL="182880" indent="-18288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Antenna: On-board PCB antenna</a:t>
            </a:r>
            <a:endParaRPr lang="en-US" sz="1200" dirty="0"/>
          </a:p>
          <a:p>
            <a:pPr marL="182880" indent="-18288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30m+ indoor, 100m+ outdoor</a:t>
            </a:r>
            <a:endParaRPr lang="en-US" sz="1200" dirty="0"/>
          </a:p>
          <a:p>
            <a:pPr marL="182880" indent="-18288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3.3V from distribution board</a:t>
            </a:r>
            <a:endParaRPr lang="en-US" sz="1200" dirty="0"/>
          </a:p>
          <a:p>
            <a:pPr marL="182880" indent="-18288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UART: 0=Console, 1=Pixhawk, 2=Jetson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3931920" cy="3200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Status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8745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selected &amp; tested (ESP32-S3)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313432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2313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2-node communication verified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752344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2752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RSSI: -16 to -24 dBm at 1m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91256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03520" y="3191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setup (Phase 1, Wk 8)</a:t>
            </a:r>
            <a:endParaRPr lang="en-US" sz="11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630168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 enclosure (Phase 3, Wk 12-13)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493776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Wk 8 → 3rd board + stub tests  |  Wk 10 → Pair tests  |  Wk 12 → Full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 – Layers 1-5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communication layers complete and verified on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6035040" cy="475488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289304"/>
            <a:ext cx="365760" cy="36576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252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Commands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14630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GOTO, HOLD, STOP, RESUME — synchronized execution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344168"/>
            <a:ext cx="411480" cy="2560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13441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801368"/>
            <a:ext cx="6035040" cy="475488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1856232"/>
            <a:ext cx="365760" cy="36576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18196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Coordination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20299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election (highest ID) + TDMA scheduling (50ms slots)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1911096"/>
            <a:ext cx="411480" cy="2560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191109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368296"/>
            <a:ext cx="6035040" cy="475488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423160"/>
            <a:ext cx="365760" cy="36576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2386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Discovery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25968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HELLO/JOIN auto-discovery — 2-4 sec, 50-node capacity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478024"/>
            <a:ext cx="411480" cy="2560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89320" y="247802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2935224"/>
            <a:ext cx="6035040" cy="475488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2990088"/>
            <a:ext cx="365760" cy="36576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Identity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31638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 provisioning — persistent node IDs (1-254)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89320" y="3044952"/>
            <a:ext cx="411480" cy="2560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89320" y="3044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502152"/>
            <a:ext cx="6035040" cy="475488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" y="3557016"/>
            <a:ext cx="365760" cy="36576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5156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Transport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1560" y="373075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 wrapper — 4-5ms RTT, 0% packet loss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89320" y="3611880"/>
            <a:ext cx="411480" cy="2560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89320" y="36118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66560" y="1234440"/>
            <a:ext cx="2011680" cy="3200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71600"/>
            <a:ext cx="274320" cy="27432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726948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6903720" y="17830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~2,350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903720" y="19842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6903720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5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903720" y="23957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6903720" y="2606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KB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6903720" y="280720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Usage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6903720" y="3017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 KB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6903720" y="32186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Usage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903720" y="3429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&lt;5%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6903720" y="36301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Load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690372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weeks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6903720" y="40416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Time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SRVM Verification – Requirement 4.4.2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Inter-Drone Communication: PARTIAL PASS → Advancing to FULL PASS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839657"/>
              </p:ext>
            </p:extLst>
          </p:nvPr>
        </p:nvGraphicFramePr>
        <p:xfrm>
          <a:off x="457200" y="1234440"/>
          <a:ext cx="8229600" cy="1856232"/>
        </p:xfrm>
        <a:graphic>
          <a:graphicData uri="http://schemas.openxmlformats.org/drawingml/2006/table">
            <a:tbl>
              <a:tblPr/>
              <a:tblGrid>
                <a:gridCol w="1586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9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Detail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RTT &lt;5ms  |  0% loss  |  RSSI -16 to -24 dBm  |  Discovery &lt;5s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2-node swarm: auto-discovery, leader election, TDMA, cmd sync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2→50 nodes, traffic modeling, performance projections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C8DB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inspection, antenna placement, enclosure RF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Requirements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3749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82880" indent="-18288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4.1.2 Swarm Control — Demonstration: ✓ PASS (leader election, synchronized commands)</a:t>
            </a:r>
            <a:endParaRPr lang="en-US" sz="1000" dirty="0"/>
          </a:p>
          <a:p>
            <a:pPr marL="182880" indent="-18288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4.4.1 Autonomy &amp; Control — Demonstration: ◐ PARTIAL (command execution OK, formation pending)</a:t>
            </a:r>
            <a:endParaRPr lang="en-US" sz="1000" dirty="0"/>
          </a:p>
          <a:p>
            <a:pPr marL="182880" indent="-18288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4.3.1 Survivability — Test: ✓ PASS (0% packet loss)  |  Analysis: Scheduled Wk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2-Node Swarm Communication — End-to-End Verification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2560320" cy="118872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1417320"/>
            <a:ext cx="411480" cy="41148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ESP32-S3 boards powered 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560320" cy="118872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29000" y="1417320"/>
            <a:ext cx="411480" cy="41148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discover each other (2-4 sec)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560320" cy="118872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411480" cy="41148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1417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Election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 (highest ID) elected leader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2560320" cy="118872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94360" y="2880360"/>
            <a:ext cx="411480" cy="41148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TDMA Schedule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generates 50ms time slots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743200"/>
            <a:ext cx="2560320" cy="118872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29000" y="2880360"/>
            <a:ext cx="411480" cy="41148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93192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Command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2900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sends: goto 100 200 90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743200"/>
            <a:ext cx="2560320" cy="118872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63640" y="2880360"/>
            <a:ext cx="411480" cy="411480"/>
          </a:xfrm>
          <a:prstGeom prst="line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63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6656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Exec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nodes receive &amp; execute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Pre-recorded video + console screenshots available if live demo encounters issues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Integration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(0-4) — Integration-Maturity Model with Team Pairings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26592"/>
            <a:ext cx="5303520" cy="475488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594360" y="1251515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0: Interface Agreement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464336"/>
            <a:ext cx="4023360" cy="19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interface specs (IF-1 to IF-5); team sign-off by Feb 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313044"/>
            <a:ext cx="548640" cy="302583"/>
          </a:xfrm>
          <a:prstGeom prst="rect">
            <a:avLst/>
          </a:prstGeom>
          <a:solidFill>
            <a:srgbClr val="FFB300">
              <a:alpha val="6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4617720" y="1313044"/>
            <a:ext cx="548640" cy="30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1313044"/>
            <a:ext cx="502920" cy="30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919949"/>
            <a:ext cx="5303520" cy="475488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594360" y="1951499"/>
            <a:ext cx="2743200" cy="19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Pairwise Stub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157693"/>
            <a:ext cx="4023360" cy="19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IF tested: one real side + one stub; Spring Break buffer Wk 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006401"/>
            <a:ext cx="548640" cy="302583"/>
          </a:xfrm>
          <a:prstGeom prst="rect">
            <a:avLst/>
          </a:prstGeom>
          <a:solidFill>
            <a:srgbClr val="5C8DBC">
              <a:alpha val="6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4617720" y="2006401"/>
            <a:ext cx="548640" cy="30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8-9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2006401"/>
            <a:ext cx="502920" cy="30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613308"/>
            <a:ext cx="5303520" cy="475489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594360" y="26287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Subsystem Pair Integration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851055"/>
            <a:ext cx="4023360" cy="19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HW connected in pairs — Swarm↔Pixhawk, Sensors↔ESP32, GUI↔Jetson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2699763"/>
            <a:ext cx="548640" cy="302584"/>
          </a:xfrm>
          <a:prstGeom prst="rect">
            <a:avLst/>
          </a:prstGeom>
          <a:solidFill>
            <a:srgbClr val="5C8DBC">
              <a:alpha val="6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4617720" y="2699763"/>
            <a:ext cx="548640" cy="30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10-11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2699763"/>
            <a:ext cx="502920" cy="30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306658"/>
            <a:ext cx="5303520" cy="475487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594360" y="3324945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Full System Integration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544401"/>
            <a:ext cx="4023360" cy="19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subsystems running on complete drone; 2-drone swarm; E-STOP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393110"/>
            <a:ext cx="548640" cy="302583"/>
          </a:xfrm>
          <a:prstGeom prst="rect">
            <a:avLst/>
          </a:prstGeom>
          <a:solidFill>
            <a:srgbClr val="5C8DBC">
              <a:alpha val="6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4617720" y="3393110"/>
            <a:ext cx="548640" cy="30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12-13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3393110"/>
            <a:ext cx="502920" cy="302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5303520" cy="475489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94360" y="4049496"/>
            <a:ext cx="2743200" cy="237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Pool Testing &amp; Validation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4253247"/>
            <a:ext cx="4023360" cy="19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Single-drone pool → multi-drone pool → full mission test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4086483"/>
            <a:ext cx="548640" cy="302584"/>
          </a:xfrm>
          <a:prstGeom prst="rect">
            <a:avLst/>
          </a:prstGeom>
          <a:solidFill>
            <a:srgbClr val="5C8DBC">
              <a:alpha val="6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8" name="Text 36"/>
          <p:cNvSpPr/>
          <p:nvPr/>
        </p:nvSpPr>
        <p:spPr>
          <a:xfrm>
            <a:off x="4617720" y="4101955"/>
            <a:ext cx="548640" cy="30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14-15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4101955"/>
            <a:ext cx="502920" cy="302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1234440"/>
            <a:ext cx="2834640" cy="18288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256032" cy="256032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446520" y="1325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John's IF Ownership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126480" y="1577340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1440" indent="-9144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IF-1: Swarm ↔ Pixhawk (w/ Robert)</a:t>
            </a:r>
            <a:endParaRPr lang="en-US" sz="1000" dirty="0"/>
          </a:p>
          <a:p>
            <a:pPr marL="91440" indent="-9144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IF-2: Sensors → ESP32 (w/ Jamie)</a:t>
            </a:r>
            <a:endParaRPr lang="en-US" sz="1000" dirty="0"/>
          </a:p>
          <a:p>
            <a:pPr marL="91440" indent="-9144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IF-3: ESP32 ↔ Jetson (w/ Jamie)</a:t>
            </a:r>
            <a:endParaRPr lang="en-US" sz="1000" dirty="0"/>
          </a:p>
          <a:p>
            <a:pPr marL="91440" indent="-9144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IF-5: GUI Cmds → Drone (w/ Mayra)</a:t>
            </a:r>
            <a:endParaRPr lang="en-US" sz="1000" dirty="0"/>
          </a:p>
          <a:p>
            <a:pPr marL="91440" indent="-9144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IF-6: Drone ↔ Drone ✓ DONE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989320" y="3246120"/>
            <a:ext cx="2834640" cy="123444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37560"/>
            <a:ext cx="256032" cy="256032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446520" y="3337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6126480" y="359546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IF-1: Swarm ↔ Pixhawk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6126480" y="3842141"/>
            <a:ext cx="2560320" cy="586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91440" indent="-9144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MCUs, two owners, real-time protocol</a:t>
            </a:r>
            <a:endParaRPr lang="en-US" sz="1000" dirty="0"/>
          </a:p>
          <a:p>
            <a:pPr marL="91440" indent="-9144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earliest; most schedule buffer</a:t>
            </a:r>
            <a:endParaRPr lang="en-US" sz="1000" dirty="0"/>
          </a:p>
          <a:p>
            <a:pPr marL="91440" indent="-91440"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over UART — spec due Feb 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Performance Metrics — Requirement 4.4.2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62033D-2B35-B0AE-4BF5-013BD3F0F12C}"/>
              </a:ext>
            </a:extLst>
          </p:cNvPr>
          <p:cNvGrpSpPr/>
          <p:nvPr/>
        </p:nvGrpSpPr>
        <p:grpSpPr>
          <a:xfrm>
            <a:off x="457200" y="1200150"/>
            <a:ext cx="8366760" cy="1371600"/>
            <a:chOff x="457200" y="1280160"/>
            <a:chExt cx="8366760" cy="1371600"/>
          </a:xfrm>
        </p:grpSpPr>
        <p:sp>
          <p:nvSpPr>
            <p:cNvPr id="10" name="Shape 8"/>
            <p:cNvSpPr/>
            <p:nvPr/>
          </p:nvSpPr>
          <p:spPr>
            <a:xfrm>
              <a:off x="457200" y="1280160"/>
              <a:ext cx="1920240" cy="1371600"/>
            </a:xfrm>
            <a:prstGeom prst="rect">
              <a:avLst/>
            </a:prstGeom>
            <a:solidFill>
              <a:srgbClr val="1E3355"/>
            </a:solidFill>
            <a:ln w="6350">
              <a:solidFill>
                <a:srgbClr val="2E4A72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548640" y="1371600"/>
              <a:ext cx="1737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RTT Latency</a:t>
              </a:r>
              <a:endParaRPr lang="en-US" sz="1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8640" y="164592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4-5 ms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48640" y="2011680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Req: &lt;10 ms</a:t>
              </a:r>
              <a:endParaRPr lang="en-US" sz="9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1005840" y="2286000"/>
              <a:ext cx="822960" cy="228600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1005840" y="2286000"/>
              <a:ext cx="822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606040" y="1280160"/>
              <a:ext cx="1920240" cy="1371600"/>
            </a:xfrm>
            <a:prstGeom prst="rect">
              <a:avLst/>
            </a:prstGeom>
            <a:solidFill>
              <a:srgbClr val="1E3355"/>
            </a:solidFill>
            <a:ln w="6350">
              <a:solidFill>
                <a:srgbClr val="2E4A72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2697480" y="1371600"/>
              <a:ext cx="1737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Packet Loss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697480" y="164592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0%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697480" y="2011680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Req: &lt;5%</a:t>
              </a:r>
              <a:endParaRPr lang="en-US" sz="9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154680" y="2286000"/>
              <a:ext cx="822960" cy="228600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3154680" y="2286000"/>
              <a:ext cx="822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</a:t>
              </a:r>
              <a:endParaRPr lang="en-US" sz="10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754880" y="1280160"/>
              <a:ext cx="1920240" cy="1371600"/>
            </a:xfrm>
            <a:prstGeom prst="rect">
              <a:avLst/>
            </a:prstGeom>
            <a:solidFill>
              <a:srgbClr val="1E3355"/>
            </a:solidFill>
            <a:ln w="6350">
              <a:solidFill>
                <a:srgbClr val="2E4A72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846320" y="1371600"/>
              <a:ext cx="1737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 Strength</a:t>
              </a:r>
              <a:endParaRPr lang="en-US" sz="1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846320" y="164592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-16 to -24 dBm</a:t>
              </a:r>
              <a:endParaRPr lang="en-US" sz="2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846320" y="2011680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Req: &gt;-70 dBm</a:t>
              </a:r>
              <a:endParaRPr lang="en-US" sz="9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5303520" y="2286000"/>
              <a:ext cx="822960" cy="228600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5303520" y="2286000"/>
              <a:ext cx="822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</a:t>
              </a:r>
              <a:endParaRPr lang="en-US" sz="10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903720" y="1280160"/>
              <a:ext cx="1920240" cy="1371600"/>
            </a:xfrm>
            <a:prstGeom prst="rect">
              <a:avLst/>
            </a:prstGeom>
            <a:solidFill>
              <a:srgbClr val="1E3355"/>
            </a:solidFill>
            <a:ln w="6350">
              <a:solidFill>
                <a:srgbClr val="2E4A72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6995160" y="1371600"/>
              <a:ext cx="1737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Discovery Time</a:t>
              </a:r>
              <a:endParaRPr lang="en-US" sz="10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995160" y="1645920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2-4 sec</a:t>
              </a:r>
              <a:endParaRPr lang="en-US" sz="2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995160" y="2011680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B0BEC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Req: &lt;5 sec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452360" y="2286000"/>
              <a:ext cx="822960" cy="228600"/>
            </a:xfrm>
            <a:prstGeom prst="rect">
              <a:avLst/>
            </a:prstGeom>
            <a:solidFill>
              <a:srgbClr val="4CAF5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7452360" y="2286000"/>
              <a:ext cx="8229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PASS</a:t>
              </a:r>
              <a:endParaRPr lang="en-US" sz="100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457200" y="2686050"/>
            <a:ext cx="8229600" cy="1908094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268147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Verification Results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582926"/>
              </p:ext>
            </p:extLst>
          </p:nvPr>
        </p:nvGraphicFramePr>
        <p:xfrm>
          <a:off x="640080" y="2937509"/>
          <a:ext cx="7863840" cy="155186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6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6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Auto-Discovery (2 nodes)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nodes discovered in 2-4 seconds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6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Election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node_id (Node 2) elected correctly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TDMA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50ms slots generated, beacon every 1s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6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GOTO/HOLD/STOP/RESUME — &lt;50ms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6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Failover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re-election in 5-7 sec after power-off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6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Mutex protection, zero race conditions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Integration 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Schedule and Key Milestones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202873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851265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99658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148051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96444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44836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93229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741622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390015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038407" y="1234440"/>
            <a:ext cx="6483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74320" y="12344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554480" y="1188720"/>
            <a:ext cx="648393" cy="3058668"/>
          </a:xfrm>
          <a:prstGeom prst="rect">
            <a:avLst/>
          </a:prstGeom>
          <a:solidFill>
            <a:srgbClr val="CC003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54480" y="1051560"/>
            <a:ext cx="648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C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851265" y="1188720"/>
            <a:ext cx="648393" cy="3058668"/>
          </a:xfrm>
          <a:prstGeom prst="rect">
            <a:avLst/>
          </a:prstGeom>
          <a:solidFill>
            <a:srgbClr val="55555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851265" y="1051560"/>
            <a:ext cx="6483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5720" y="1463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0: IF Specs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572768" y="1481328"/>
            <a:ext cx="611817" cy="201168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" y="17647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1: Stub Testing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21161" y="1783080"/>
            <a:ext cx="1260209" cy="20116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" y="2066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2a: Swarm↔Pixhawk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517946" y="2084832"/>
            <a:ext cx="611817" cy="201168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" y="23682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2a: Sensors↔ESP32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517946" y="2386584"/>
            <a:ext cx="611817" cy="201168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" y="2670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2b: E2E Command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166339" y="2688336"/>
            <a:ext cx="611817" cy="201168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" y="2971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3a: Full Stack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14732" y="2990088"/>
            <a:ext cx="611817" cy="201168"/>
          </a:xfrm>
          <a:prstGeom prst="rect">
            <a:avLst/>
          </a:prstGeom>
          <a:solidFill>
            <a:srgbClr val="5C8D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" y="32735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3b: 2-Drone Swarm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63124" y="3291840"/>
            <a:ext cx="611817" cy="201168"/>
          </a:xfrm>
          <a:prstGeom prst="rect">
            <a:avLst/>
          </a:prstGeom>
          <a:solidFill>
            <a:srgbClr val="5C8D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" y="35753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4: Pool Testing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111517" y="3593592"/>
            <a:ext cx="1260209" cy="201168"/>
          </a:xfrm>
          <a:prstGeom prst="rect">
            <a:avLst/>
          </a:prstGeom>
          <a:solidFill>
            <a:srgbClr val="7986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" y="38770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+ Submit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408303" y="3895344"/>
            <a:ext cx="1260209" cy="201168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" y="4297680"/>
            <a:ext cx="182880" cy="13716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18872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17520" y="4297680"/>
            <a:ext cx="182880" cy="1371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9184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John's Tasks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20640" y="4297680"/>
            <a:ext cx="182880" cy="137160"/>
          </a:xfrm>
          <a:prstGeom prst="rect">
            <a:avLst/>
          </a:prstGeom>
          <a:solidFill>
            <a:srgbClr val="FF7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9496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(IF-1)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223760" y="4297680"/>
            <a:ext cx="182880" cy="137160"/>
          </a:xfrm>
          <a:prstGeom prst="rect">
            <a:avLst/>
          </a:prstGeom>
          <a:solidFill>
            <a:srgbClr val="5C8D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98080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Pair/System Tests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30 / 60 / 90 Day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Deliverables, and Integration Targets Through May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solidFill>
            <a:srgbClr val="4CAF5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24 – Mar 27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178308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7: IF-1, IF-2, IF-3, IF-5 specs agreed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7: Team sign-off meeting (Feb 28)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8: ESP32 sends MAVLink GOTO/STOP (1.1)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8: ESP32 reads sensor structs (1.4)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8: ESP32↔Jetson serial packets (1.8)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9: Spring Break buffer / catch-up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10: Swarm↔Pixhawk pair test (2.1)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10: Live sensor flow into ESP32 (2.2)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11: E2E cmd: GUI→ESP32→Pixhawk (2.4)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11: 2-drone swarm + Pixhawk (2.5)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280160"/>
            <a:ext cx="2651760" cy="3200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37560" y="1280160"/>
            <a:ext cx="2651760" cy="411480"/>
          </a:xfrm>
          <a:prstGeom prst="rect">
            <a:avLst/>
          </a:prstGeom>
          <a:solidFill>
            <a:srgbClr val="FFB3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Days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27 – Apr 24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9000" y="178308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12: Single-drone full stack (3.1)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13: 2-drone swarm full system (3.2)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13: Sensor readings during motion (3.3)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13: E-STOP verified &lt; 2 sec (3.4)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13: Starlink loss → auto HOLD (3.5)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14: Single-drone pool test (4.1)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15: Multi-drone pool test (4.2)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15: Full mission validation (4.3)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651760" cy="411480"/>
          </a:xfrm>
          <a:prstGeom prst="rect">
            <a:avLst/>
          </a:prstGeom>
          <a:solidFill>
            <a:srgbClr val="5C8DB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24 – May 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178308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16: Manual &amp; documentation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16: Design Day preparation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17: Final report submission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100" dirty="0"/>
          </a:p>
          <a:p>
            <a:pPr marL="182880" indent="-18288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 reports finalized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&amp; Mitigation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Software Integration Plan — Risk Register (Section 8)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3716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27432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ARIZONA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4681728"/>
            <a:ext cx="9144000" cy="27432"/>
          </a:xfrm>
          <a:prstGeom prst="rect">
            <a:avLst/>
          </a:prstGeom>
          <a:solidFill>
            <a:srgbClr val="CC0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4709160"/>
            <a:ext cx="6400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4709160"/>
            <a:ext cx="4572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AQUABOTS  |  ISR – Communications System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8322"/>
              </p:ext>
            </p:extLst>
          </p:nvPr>
        </p:nvGraphicFramePr>
        <p:xfrm>
          <a:off x="457200" y="1234440"/>
          <a:ext cx="8229601" cy="2496313"/>
        </p:xfrm>
        <a:graphic>
          <a:graphicData uri="http://schemas.openxmlformats.org/drawingml/2006/table">
            <a:tbl>
              <a:tblPr/>
              <a:tblGrid>
                <a:gridCol w="2137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7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8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18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9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R1: MAVLink format mismatch ESP32↔Pixhawk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in Phase 0; logic analyzer in 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John+Robert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R2: Starlink latency too high for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control via ESP-NOW; Starlink for telemetry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Mayra+John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9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R3: Sensor noise during motor vibration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during operation Phase 3; add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R5: UART port contention on ESP32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UART0=console, 1=Pixhawk, 2=Jetson; verify 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R6: Spring Break schedule slip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Front-load Phase 1 critical tasks to Week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R7: Waterproofing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Bench-test all integration before pool; conformal coat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7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R8: Pixhawk firmware incompatibility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70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firmware + MAVLink v2 in Phase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R="0" marT="0" marB="0" anchor="ctr">
                    <a:lnL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E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886200"/>
            <a:ext cx="3931920" cy="64008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931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Mitigations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4133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IF-6 protocol reliability: 0% packet loss verified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Auto-discovery, leader election, thread safety: all verified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solidFill>
            <a:srgbClr val="1E3355"/>
          </a:solidFill>
          <a:ln w="6350">
            <a:solidFill>
              <a:srgbClr val="2E4A72"/>
            </a:solidFill>
            <a:prstDash val="solid"/>
          </a:ln>
          <a:effectLst>
            <a:outerShdw blurRad="508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3931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4133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MAVLink mismatch — spec due Feb 26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Spring Break — front-loading Week 8 work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2756</Words>
  <Application>Microsoft Office PowerPoint</Application>
  <PresentationFormat>On-screen Show (16:9)</PresentationFormat>
  <Paragraphs>348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AQUABOTS ISR – Communications System</dc:title>
  <dc:subject>PptxGenJS Presentation</dc:subject>
  <dc:creator>AQUABOTS Communications Team</dc:creator>
  <cp:lastModifiedBy>Lopez Reyes, John - (jrlopez)</cp:lastModifiedBy>
  <cp:revision>2</cp:revision>
  <dcterms:created xsi:type="dcterms:W3CDTF">2026-02-21T04:44:31Z</dcterms:created>
  <dcterms:modified xsi:type="dcterms:W3CDTF">2026-02-22T03:06:53Z</dcterms:modified>
</cp:coreProperties>
</file>